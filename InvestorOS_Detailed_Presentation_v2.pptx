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F1F5F9"/>
                </a:solidFill>
                <a:latin typeface="Arial"/>
              </a:defRPr>
            </a:pPr>
            <a:r>
              <a:t>InvestorOS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The Ultimate Investor &amp; Growth Office Platform</a:t>
            </a:r>
          </a:p>
          <a:p>
            <a:r>
              <a:t>Automate investor relations, board reporting, and growth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A Paradigm Shift in Founder-Investor Relations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The modern startup operates at breakneck speed, but reporting is stuck in the past.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Founders and CFOs lose hundreds of hours annually compiling data manually.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InvestorOS is the operating system designed to bridge the gap between company performance and stakeholder communication.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Our goal: Enable founders to focus on building while we handle the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The Problem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Why is reporting so painful?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Fragmented Data Sources</a:t>
            </a:r>
          </a:p>
          <a:p>
            <a:pPr lvl="1">
              <a:defRPr sz="1800">
                <a:solidFill>
                  <a:srgbClr val="475569"/>
                </a:solidFill>
                <a:latin typeface="Arial"/>
              </a:defRPr>
            </a:pPr>
            <a:r>
              <a:t>Financials live in QuickBooks/Xero; growth metrics in Stripe/ChartMogul; relations in CRM.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Manual Aggregation</a:t>
            </a:r>
          </a:p>
          <a:p>
            <a:pPr lvl="1">
              <a:defRPr sz="1800">
                <a:solidFill>
                  <a:srgbClr val="475569"/>
                </a:solidFill>
                <a:latin typeface="Arial"/>
              </a:defRPr>
            </a:pPr>
            <a:r>
              <a:t>Teams spend days copying and pasting data into static spreadsheets and slides.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Inconsistent Stakeholder Updates</a:t>
            </a:r>
          </a:p>
          <a:p>
            <a:pPr lvl="1">
              <a:defRPr sz="1800">
                <a:solidFill>
                  <a:srgbClr val="475569"/>
                </a:solidFill>
                <a:latin typeface="Arial"/>
              </a:defRPr>
            </a:pPr>
            <a:r>
              <a:t>Investors receive irregular, unstandardized updates, leading to a lack of trust and 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F5F9"/>
                </a:solidFill>
                <a:latin typeface="Arial"/>
              </a:defRPr>
            </a:pPr>
            <a:r>
              <a:t>The Cost of Inaction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What happens when reporting is broken?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Wasted Founder Time: ~20% of a founder's time is spent on administrative reporting tasks.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Delayed Capital: Unprepared data rooms cause weeks of delay during crucial fundraising rounds.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Poor Board Meetings: Meetings become status updates instead of strategic planning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Introducing InvestorOS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The Single Source of Truth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A unified platform integrating directly with your core operational tools.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Real-time synchronization ensures your metrics are never out of date.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Designed specifically for scaling startups from Seed to Series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Dashboard &amp; Growth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Know your numbers instantly.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Live visibility into critical KPIs: ARR, MRR, Churn, CAC, LTV, and Cash Runway.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Customizable views for different stakeholders (Founders vs. Department Heads).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Automated cohort analysis and revenue retention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Automated Investor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Professional updates in minutes.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Pre-built, best-practice templates for monthly and quarterly updates.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One-click data imports from your dashboard directly into the report.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Track investor engagement: see who opened your updates and which sections they 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Board Deck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Elevate your board meetings.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Say goodbye to manual copy-pasting into PowerPoint or Keynote.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Dynamically link charts and financial tables to your live data.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Standardized templates ensure you cover strategy, financials, and hiring seamlessly.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  <a:latin typeface="Arial"/>
              </a:defRPr>
            </a:pPr>
            <a:r>
              <a:t>Fundraising Readiness &amp; Scenario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Be prepared for your next round, always.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Always-on Data Room: Keep your cap table, financials, and corporate docs organized.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Scenario Modeling: Stress-test your cash runway under different growth and hiring assumptions.</a:t>
            </a:r>
          </a:p>
          <a:p>
            <a:pPr>
              <a:defRPr sz="2000">
                <a:solidFill>
                  <a:srgbClr val="475569"/>
                </a:solidFill>
                <a:latin typeface="Arial"/>
              </a:defRPr>
            </a:pPr>
            <a:r>
              <a:t>Share access securely with prospective investors with granular permissions.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F5F9"/>
                </a:solidFill>
                <a:latin typeface="Arial"/>
              </a:defRPr>
            </a:pPr>
            <a:r>
              <a:t>Value Proposition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Why companies choose InvestorOS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Time Savings: Recapture ~70% of time spent on administrative reporting.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Increased Valuation: Clean data and professional reporting signal maturity to investors.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Strategic Focus: Shift board meetings from data validation to strategic decision-making.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F1F5F9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Questions?</a:t>
            </a:r>
          </a:p>
          <a:p/>
          <a:p>
            <a:r>
              <a:t>Closing Statement: "Don't let manual reporting slow down your growth. Let InvestorOS handle the data, so you can get back to building the future."</a:t>
            </a:r>
          </a:p>
          <a:p/>
          <a:p>
            <a:r>
              <a:t>Let's transform your investor relations.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